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Inventory Management System</a:t>
            </a:r>
          </a:p>
          <a:p>
            <a:r>
              <a:t>with Demand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• Python + Streamlit + Machine Learning</a:t>
            </a:r>
          </a:p>
          <a:p>
            <a:r>
              <a:t>Name: __________  Class: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Manual inventory records can be inaccurate or slow to update.</a:t>
            </a:r>
          </a:p>
          <a:p>
            <a:pPr>
              <a:defRPr sz="2100"/>
            </a:pPr>
            <a:r>
              <a:t>Stockouts lose sales; excess stock ties up money and space.</a:t>
            </a:r>
          </a:p>
          <a:p>
            <a:pPr>
              <a:defRPr sz="2100"/>
            </a:pPr>
            <a:r>
              <a:t>The system combines stock operations with demand-informed replenishment.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Monitor stock quantities and inventory value.</a:t>
            </a:r>
          </a:p>
          <a:p>
            <a:pPr>
              <a:defRPr sz="2100"/>
            </a:pPr>
            <a:r>
              <a:t>Record stock-in and stock-out operations.</a:t>
            </a:r>
          </a:p>
          <a:p>
            <a:pPr>
              <a:defRPr sz="2100"/>
            </a:pPr>
            <a:r>
              <a:t>Forecast short-term product demand.</a:t>
            </a:r>
          </a:p>
          <a:p>
            <a:pPr>
              <a:defRPr sz="2100"/>
            </a:pPr>
            <a:r>
              <a:t>Recommend reorder points and order quantities.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Python: core logic</a:t>
            </a:r>
          </a:p>
          <a:p>
            <a:pPr>
              <a:defRPr sz="2100"/>
            </a:pPr>
            <a:r>
              <a:t>Pandas / NumPy: data preparation</a:t>
            </a:r>
          </a:p>
          <a:p>
            <a:pPr>
              <a:defRPr sz="2100"/>
            </a:pPr>
            <a:r>
              <a:t>Scikit-learn Random Forest: demand forecast</a:t>
            </a:r>
          </a:p>
          <a:p>
            <a:pPr>
              <a:defRPr sz="2100"/>
            </a:pPr>
            <a:r>
              <a:t>Streamlit: interactive dashboard</a:t>
            </a:r>
          </a:p>
          <a:p>
            <a:pPr>
              <a:defRPr sz="2100"/>
            </a:pPr>
            <a:r>
              <a:t>CSV: sample data and exportable 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Overview dashboard and KPIs</a:t>
            </a:r>
          </a:p>
          <a:p>
            <a:pPr>
              <a:defRPr sz="2100"/>
            </a:pPr>
            <a:r>
              <a:t>Stock operations: stock-in, stock-out and inventory editing</a:t>
            </a:r>
          </a:p>
          <a:p>
            <a:pPr>
              <a:defRPr sz="2100"/>
            </a:pPr>
            <a:r>
              <a:t>Demand forecast chart and table</a:t>
            </a:r>
          </a:p>
          <a:p>
            <a:pPr>
              <a:defRPr sz="2100"/>
            </a:pPr>
            <a:r>
              <a:t>Reorder planning and CSV downloads</a:t>
            </a:r>
          </a:p>
          <a:p>
            <a:pPr>
              <a:defRPr sz="2100"/>
            </a:pPr>
            <a:r>
              <a:t>No chatbot is used in the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Demand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Historical daily sales are aggregated by product.</a:t>
            </a:r>
          </a:p>
          <a:p>
            <a:pPr>
              <a:defRPr sz="2100"/>
            </a:pPr>
            <a:r>
              <a:t>Features include weekday, lag-1, lag-7 and rolling 7-day average.</a:t>
            </a:r>
          </a:p>
          <a:p>
            <a:pPr>
              <a:defRPr sz="2100"/>
            </a:pPr>
            <a:r>
              <a:t>Random Forest regression estimates future demand.</a:t>
            </a:r>
          </a:p>
          <a:p>
            <a:pPr>
              <a:defRPr sz="2100"/>
            </a:pPr>
            <a:r>
              <a:t>Chronological holdout MAE is used as a basic evaluation metric.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Reorder Point = Average Forecast Daily Demand × Lead Time + Safety Stock.</a:t>
            </a:r>
          </a:p>
          <a:p>
            <a:pPr>
              <a:defRPr sz="2100"/>
            </a:pPr>
            <a:r>
              <a:t>Target Stock = Average Forecast Daily Demand × (Lead Time + Cover Days) + Safety Stock.</a:t>
            </a:r>
          </a:p>
          <a:p>
            <a:pPr>
              <a:defRPr sz="2100"/>
            </a:pPr>
            <a:r>
              <a:t>Suggested Order = max(0, Target Stock − Current Stock).</a:t>
            </a:r>
          </a:p>
          <a:p>
            <a:pPr>
              <a:defRPr sz="2100"/>
            </a:pPr>
            <a:r>
              <a:t>Status labels: REORDER, WATCH, 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Load the sample dataset and inspect dashboard KPIs.</a:t>
            </a:r>
          </a:p>
          <a:p>
            <a:pPr>
              <a:defRPr sz="2100"/>
            </a:pPr>
            <a:r>
              <a:t>Record stock-in and stock-out transactions.</a:t>
            </a:r>
          </a:p>
          <a:p>
            <a:pPr>
              <a:defRPr sz="2100"/>
            </a:pPr>
            <a:r>
              <a:t>Verify excessive stock-out requests are rejected.</a:t>
            </a:r>
          </a:p>
          <a:p>
            <a:pPr>
              <a:defRPr sz="2100"/>
            </a:pPr>
            <a:r>
              <a:t>Inspect demand forecasts and reorder recommendations.</a:t>
            </a:r>
          </a:p>
          <a:p>
            <a:pPr>
              <a:defRPr sz="2100"/>
            </a:pPr>
            <a:r>
              <a:t>Download transaction, forecast and reorder CSVs.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Synthetic sample data; real data may behave differently.</a:t>
            </a:r>
          </a:p>
          <a:p>
            <a:pPr>
              <a:defRPr sz="2100"/>
            </a:pPr>
            <a:r>
              <a:t>Changes are session-only; no database persistence yet.</a:t>
            </a:r>
          </a:p>
          <a:p>
            <a:pPr>
              <a:defRPr sz="2100"/>
            </a:pPr>
            <a:r>
              <a:t>Future: real sales data, EOQ, supplier module and persistent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Inventory operations are the main focus.</a:t>
            </a:r>
          </a:p>
          <a:p>
            <a:pPr>
              <a:defRPr sz="2100"/>
            </a:pPr>
            <a:r>
              <a:t>Forecasting supports replenishment decisions rather than replacing human review.</a:t>
            </a:r>
          </a:p>
          <a:p>
            <a:pPr>
              <a:defRPr sz="2100"/>
            </a:pPr>
            <a:r>
              <a:t>Validate predictions and stock policy with real business data.</a:t>
            </a:r>
          </a:p>
          <a:p>
            <a:pPr>
              <a:defRPr sz="2100"/>
            </a:pPr>
            <a:r>
              <a:t>Thank you •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